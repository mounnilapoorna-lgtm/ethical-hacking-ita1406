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3b7366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3b7366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3b73664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3b73664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3b73664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3b73664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3b73664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3b73664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3b73664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3b73664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3b73664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3b73664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79140" y="607747"/>
            <a:ext cx="8504665" cy="26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HEALTHCARE CYBERATTACK(2024)</a:t>
            </a:r>
            <a:br>
              <a:rPr lang="en-IN" sz="5444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59278" y="25187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Urgent Need to Strengthen Cyber Preparedness</a:t>
            </a:r>
            <a:endParaRPr sz="32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14B6F6-991F-A16A-C7F7-BD84E2FFF82A}"/>
              </a:ext>
            </a:extLst>
          </p:cNvPr>
          <p:cNvSpPr txBox="1"/>
          <p:nvPr/>
        </p:nvSpPr>
        <p:spPr>
          <a:xfrm>
            <a:off x="6846849" y="3925229"/>
            <a:ext cx="1511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Mounnila S P</a:t>
            </a:r>
          </a:p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192511188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B93344-9891-D0BE-BD87-44A6B865B057}"/>
              </a:ext>
            </a:extLst>
          </p:cNvPr>
          <p:cNvCxnSpPr>
            <a:cxnSpLocks/>
          </p:cNvCxnSpPr>
          <p:nvPr/>
        </p:nvCxnSpPr>
        <p:spPr>
          <a:xfrm flipV="1">
            <a:off x="1204332" y="981307"/>
            <a:ext cx="0" cy="138275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BE8F35-A908-00C9-5F68-CC33703DA097}"/>
              </a:ext>
            </a:extLst>
          </p:cNvPr>
          <p:cNvCxnSpPr/>
          <p:nvPr/>
        </p:nvCxnSpPr>
        <p:spPr>
          <a:xfrm>
            <a:off x="7976839" y="1011044"/>
            <a:ext cx="0" cy="139018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9F8D70-8CFE-4A2A-3661-808406114EB2}"/>
              </a:ext>
            </a:extLst>
          </p:cNvPr>
          <p:cNvSpPr txBox="1"/>
          <p:nvPr/>
        </p:nvSpPr>
        <p:spPr>
          <a:xfrm>
            <a:off x="735980" y="3895491"/>
            <a:ext cx="2217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 Ezhil Grace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23400" y="511932"/>
            <a:ext cx="8520600" cy="870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Healthcare is a major healthcare technology provider.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15 billion healthcare transactions every year.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February 21, 2024, it suffered a ransomware attack.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attack disrupted hospitals across the United States.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highlighted the importance of strong cybersecurity in healthcare.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 OVERVIEW 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by ALPHV BlackCat ransomware group.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were encrypted and shut down.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verification stopped.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Prescription processing was interrupted.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Claims and payment systems failed.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How healthcare data breaches in 2024 will influence the threat landscape for applications in 2025">
            <a:extLst>
              <a:ext uri="{FF2B5EF4-FFF2-40B4-BE49-F238E27FC236}">
                <a16:creationId xmlns:a16="http://schemas.microsoft.com/office/drawing/2014/main" id="{1159D4B7-9610-01D4-92C3-5412ED7DA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663" y="981307"/>
            <a:ext cx="2934513" cy="34866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IMPACTS 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Healthcare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74% of hospitals reported patient care disruption.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94% experienced financial impact.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33% lost more than half of their revenue.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100 million patient records were exposed.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took 2 weeks to 3 months.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 treatments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paperwork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operational costs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uilding in chain on right and text on left Takeaway from: Change Healthcare Ransomware Attack">
            <a:extLst>
              <a:ext uri="{FF2B5EF4-FFF2-40B4-BE49-F238E27FC236}">
                <a16:creationId xmlns:a16="http://schemas.microsoft.com/office/drawing/2014/main" id="{A6E87D4C-8145-3FAA-AEAB-5E01957A1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478" y="966440"/>
            <a:ext cx="3352799" cy="3650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Lessons: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Third-party vendors are major cybersecurity risks.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depending on a single service provider.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backup systems.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cybersecurity training is essential.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must have strong disaster recovery plans.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Message:</a:t>
            </a:r>
            <a:b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is critical for patient safety.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</a:t>
            </a: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Recommendations: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Third-Party Risk Management (TPRM).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regular security audits.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backup and recovery systems.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staff for cyber incidents.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FBI, CISA, and HHS.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Change Healthcare Cyberattack Became One Of The Largest Healthcare Cyber Incidents.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Exposed Weaknesses In Third-party Cybersecurity.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Organizations Should Improve Cyber Preparedness, Backup Planning, And Vendor Management.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Cybersecurity Helps Protect Both Patients And Healthcare Services.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30B32-8997-C53A-E710-CFE523D8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865" y="1747024"/>
            <a:ext cx="6110868" cy="155373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6000" dirty="0">
                <a:solidFill>
                  <a:schemeClr val="tx1"/>
                </a:solidFill>
                <a:latin typeface="Times" panose="0202060306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46510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296</Words>
  <Application>Microsoft Office PowerPoint</Application>
  <PresentationFormat>On-screen Show (16:9)</PresentationFormat>
  <Paragraphs>52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</vt:lpstr>
      <vt:lpstr>Times New Roman</vt:lpstr>
      <vt:lpstr>Simple Light</vt:lpstr>
      <vt:lpstr>CHANGE HEALTHCARE CYBERATTACK(2024) </vt:lpstr>
      <vt:lpstr>INTRODUCTION</vt:lpstr>
      <vt:lpstr> ATTACK OVERVIEW </vt:lpstr>
      <vt:lpstr>MAJOR IMPACTS </vt:lpstr>
      <vt:lpstr>LESSONS LEARNED </vt:lpstr>
      <vt:lpstr>RECOMMENDATIONS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mounnila .</cp:lastModifiedBy>
  <cp:revision>4</cp:revision>
  <dcterms:modified xsi:type="dcterms:W3CDTF">2026-07-25T08:05:20Z</dcterms:modified>
</cp:coreProperties>
</file>